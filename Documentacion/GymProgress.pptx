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8" r:id="rId4"/>
  </p:sldMasterIdLst>
  <p:notesMasterIdLst>
    <p:notesMasterId r:id="rId15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75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svg"/><Relationship Id="rId1" Type="http://schemas.openxmlformats.org/officeDocument/2006/relationships/image" Target="../media/image11.png"/><Relationship Id="rId4" Type="http://schemas.openxmlformats.org/officeDocument/2006/relationships/image" Target="../media/image14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svg"/><Relationship Id="rId1" Type="http://schemas.openxmlformats.org/officeDocument/2006/relationships/image" Target="../media/image11.png"/><Relationship Id="rId4" Type="http://schemas.openxmlformats.org/officeDocument/2006/relationships/image" Target="../media/image14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3420E91-D7A0-4588-84A3-558E9C7F96C2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11417911-D3DF-4A11-961E-7D5DB45A200E}">
      <dgm:prSet/>
      <dgm:spPr/>
      <dgm:t>
        <a:bodyPr/>
        <a:lstStyle/>
        <a:p>
          <a:r>
            <a:rPr lang="es-ES"/>
            <a:t>Entrenadores personales</a:t>
          </a:r>
          <a:endParaRPr lang="en-US"/>
        </a:p>
      </dgm:t>
    </dgm:pt>
    <dgm:pt modelId="{7F04CB3C-2EBD-4410-ADB2-A856B11D38B6}" type="parTrans" cxnId="{4EAE6D6C-CB06-4999-B499-5273F745B428}">
      <dgm:prSet/>
      <dgm:spPr/>
      <dgm:t>
        <a:bodyPr/>
        <a:lstStyle/>
        <a:p>
          <a:endParaRPr lang="en-US"/>
        </a:p>
      </dgm:t>
    </dgm:pt>
    <dgm:pt modelId="{64FDD842-E816-4097-8D10-C7AE9667E945}" type="sibTrans" cxnId="{4EAE6D6C-CB06-4999-B499-5273F745B428}">
      <dgm:prSet/>
      <dgm:spPr/>
      <dgm:t>
        <a:bodyPr/>
        <a:lstStyle/>
        <a:p>
          <a:endParaRPr lang="en-US"/>
        </a:p>
      </dgm:t>
    </dgm:pt>
    <dgm:pt modelId="{40D154E5-0490-4679-8440-495AA42DE10A}">
      <dgm:prSet/>
      <dgm:spPr/>
      <dgm:t>
        <a:bodyPr/>
        <a:lstStyle/>
        <a:p>
          <a:r>
            <a:rPr lang="es-ES"/>
            <a:t>Base de datos local</a:t>
          </a:r>
          <a:endParaRPr lang="en-US"/>
        </a:p>
      </dgm:t>
    </dgm:pt>
    <dgm:pt modelId="{44F90140-8536-4085-B60F-0C3DB11AC542}" type="parTrans" cxnId="{72BBD620-F530-4515-A927-9F5D26E71F1A}">
      <dgm:prSet/>
      <dgm:spPr/>
      <dgm:t>
        <a:bodyPr/>
        <a:lstStyle/>
        <a:p>
          <a:endParaRPr lang="en-US"/>
        </a:p>
      </dgm:t>
    </dgm:pt>
    <dgm:pt modelId="{BC661555-AA69-46F3-BE9F-BD6D835D13DC}" type="sibTrans" cxnId="{72BBD620-F530-4515-A927-9F5D26E71F1A}">
      <dgm:prSet/>
      <dgm:spPr/>
      <dgm:t>
        <a:bodyPr/>
        <a:lstStyle/>
        <a:p>
          <a:endParaRPr lang="en-US"/>
        </a:p>
      </dgm:t>
    </dgm:pt>
    <dgm:pt modelId="{19BB0F8A-7DFB-4771-A4B9-00E879AD70CF}" type="pres">
      <dgm:prSet presAssocID="{F3420E91-D7A0-4588-84A3-558E9C7F96C2}" presName="root" presStyleCnt="0">
        <dgm:presLayoutVars>
          <dgm:dir/>
          <dgm:resizeHandles val="exact"/>
        </dgm:presLayoutVars>
      </dgm:prSet>
      <dgm:spPr/>
    </dgm:pt>
    <dgm:pt modelId="{5B758DF7-27F8-45F1-9850-F4596D98EBAC}" type="pres">
      <dgm:prSet presAssocID="{11417911-D3DF-4A11-961E-7D5DB45A200E}" presName="compNode" presStyleCnt="0"/>
      <dgm:spPr/>
    </dgm:pt>
    <dgm:pt modelId="{71600497-044E-431B-833E-0579C3A9C398}" type="pres">
      <dgm:prSet presAssocID="{11417911-D3DF-4A11-961E-7D5DB45A200E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estro"/>
        </a:ext>
      </dgm:extLst>
    </dgm:pt>
    <dgm:pt modelId="{65B1D51B-3CFA-4DB9-B8FC-1C2229335628}" type="pres">
      <dgm:prSet presAssocID="{11417911-D3DF-4A11-961E-7D5DB45A200E}" presName="spaceRect" presStyleCnt="0"/>
      <dgm:spPr/>
    </dgm:pt>
    <dgm:pt modelId="{F97D6C6A-4F9B-48AB-B5CF-B62D635A6F4F}" type="pres">
      <dgm:prSet presAssocID="{11417911-D3DF-4A11-961E-7D5DB45A200E}" presName="textRect" presStyleLbl="revTx" presStyleIdx="0" presStyleCnt="2">
        <dgm:presLayoutVars>
          <dgm:chMax val="1"/>
          <dgm:chPref val="1"/>
        </dgm:presLayoutVars>
      </dgm:prSet>
      <dgm:spPr/>
    </dgm:pt>
    <dgm:pt modelId="{7161F226-C14F-4D7F-9616-4C8F24743926}" type="pres">
      <dgm:prSet presAssocID="{64FDD842-E816-4097-8D10-C7AE9667E945}" presName="sibTrans" presStyleCnt="0"/>
      <dgm:spPr/>
    </dgm:pt>
    <dgm:pt modelId="{7A0ECC3C-371C-4570-8D45-5B1F4491564E}" type="pres">
      <dgm:prSet presAssocID="{40D154E5-0490-4679-8440-495AA42DE10A}" presName="compNode" presStyleCnt="0"/>
      <dgm:spPr/>
    </dgm:pt>
    <dgm:pt modelId="{EEA606A5-49C8-4AE0-91A4-4F79A937B0A3}" type="pres">
      <dgm:prSet presAssocID="{40D154E5-0490-4679-8440-495AA42DE10A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se de datos"/>
        </a:ext>
      </dgm:extLst>
    </dgm:pt>
    <dgm:pt modelId="{44B91E76-D0BD-4B80-A919-138BC6C190CD}" type="pres">
      <dgm:prSet presAssocID="{40D154E5-0490-4679-8440-495AA42DE10A}" presName="spaceRect" presStyleCnt="0"/>
      <dgm:spPr/>
    </dgm:pt>
    <dgm:pt modelId="{A8C089AE-A59C-44A8-B373-18DA7A6D7C27}" type="pres">
      <dgm:prSet presAssocID="{40D154E5-0490-4679-8440-495AA42DE10A}" presName="textRect" presStyleLbl="revTx" presStyleIdx="1" presStyleCnt="2">
        <dgm:presLayoutVars>
          <dgm:chMax val="1"/>
          <dgm:chPref val="1"/>
        </dgm:presLayoutVars>
      </dgm:prSet>
      <dgm:spPr/>
    </dgm:pt>
  </dgm:ptLst>
  <dgm:cxnLst>
    <dgm:cxn modelId="{539F700E-C2DA-485A-98E6-CC438BEDC1DE}" type="presOf" srcId="{40D154E5-0490-4679-8440-495AA42DE10A}" destId="{A8C089AE-A59C-44A8-B373-18DA7A6D7C27}" srcOrd="0" destOrd="0" presId="urn:microsoft.com/office/officeart/2018/2/layout/IconLabelList"/>
    <dgm:cxn modelId="{72BBD620-F530-4515-A927-9F5D26E71F1A}" srcId="{F3420E91-D7A0-4588-84A3-558E9C7F96C2}" destId="{40D154E5-0490-4679-8440-495AA42DE10A}" srcOrd="1" destOrd="0" parTransId="{44F90140-8536-4085-B60F-0C3DB11AC542}" sibTransId="{BC661555-AA69-46F3-BE9F-BD6D835D13DC}"/>
    <dgm:cxn modelId="{4EAE6D6C-CB06-4999-B499-5273F745B428}" srcId="{F3420E91-D7A0-4588-84A3-558E9C7F96C2}" destId="{11417911-D3DF-4A11-961E-7D5DB45A200E}" srcOrd="0" destOrd="0" parTransId="{7F04CB3C-2EBD-4410-ADB2-A856B11D38B6}" sibTransId="{64FDD842-E816-4097-8D10-C7AE9667E945}"/>
    <dgm:cxn modelId="{5DC49590-8D83-4C9A-8B18-3E6BD665C077}" type="presOf" srcId="{F3420E91-D7A0-4588-84A3-558E9C7F96C2}" destId="{19BB0F8A-7DFB-4771-A4B9-00E879AD70CF}" srcOrd="0" destOrd="0" presId="urn:microsoft.com/office/officeart/2018/2/layout/IconLabelList"/>
    <dgm:cxn modelId="{EE5548CF-D961-444A-BACD-FF4178A46207}" type="presOf" srcId="{11417911-D3DF-4A11-961E-7D5DB45A200E}" destId="{F97D6C6A-4F9B-48AB-B5CF-B62D635A6F4F}" srcOrd="0" destOrd="0" presId="urn:microsoft.com/office/officeart/2018/2/layout/IconLabelList"/>
    <dgm:cxn modelId="{3C18489D-5FCC-4FDB-A2CD-6D9E221DE376}" type="presParOf" srcId="{19BB0F8A-7DFB-4771-A4B9-00E879AD70CF}" destId="{5B758DF7-27F8-45F1-9850-F4596D98EBAC}" srcOrd="0" destOrd="0" presId="urn:microsoft.com/office/officeart/2018/2/layout/IconLabelList"/>
    <dgm:cxn modelId="{4690D762-C803-4D52-80DD-05B22FBCB3DF}" type="presParOf" srcId="{5B758DF7-27F8-45F1-9850-F4596D98EBAC}" destId="{71600497-044E-431B-833E-0579C3A9C398}" srcOrd="0" destOrd="0" presId="urn:microsoft.com/office/officeart/2018/2/layout/IconLabelList"/>
    <dgm:cxn modelId="{26661577-265C-445A-826E-C2FF39286081}" type="presParOf" srcId="{5B758DF7-27F8-45F1-9850-F4596D98EBAC}" destId="{65B1D51B-3CFA-4DB9-B8FC-1C2229335628}" srcOrd="1" destOrd="0" presId="urn:microsoft.com/office/officeart/2018/2/layout/IconLabelList"/>
    <dgm:cxn modelId="{57E5C8B8-FC22-4093-8560-33CA8DE42841}" type="presParOf" srcId="{5B758DF7-27F8-45F1-9850-F4596D98EBAC}" destId="{F97D6C6A-4F9B-48AB-B5CF-B62D635A6F4F}" srcOrd="2" destOrd="0" presId="urn:microsoft.com/office/officeart/2018/2/layout/IconLabelList"/>
    <dgm:cxn modelId="{1B9D292D-0AF6-4707-B677-0020DC965246}" type="presParOf" srcId="{19BB0F8A-7DFB-4771-A4B9-00E879AD70CF}" destId="{7161F226-C14F-4D7F-9616-4C8F24743926}" srcOrd="1" destOrd="0" presId="urn:microsoft.com/office/officeart/2018/2/layout/IconLabelList"/>
    <dgm:cxn modelId="{D0463F80-FD31-4949-A824-9A4F7D714C3A}" type="presParOf" srcId="{19BB0F8A-7DFB-4771-A4B9-00E879AD70CF}" destId="{7A0ECC3C-371C-4570-8D45-5B1F4491564E}" srcOrd="2" destOrd="0" presId="urn:microsoft.com/office/officeart/2018/2/layout/IconLabelList"/>
    <dgm:cxn modelId="{C3B2846E-354C-42E3-B9C8-85EDD32192CD}" type="presParOf" srcId="{7A0ECC3C-371C-4570-8D45-5B1F4491564E}" destId="{EEA606A5-49C8-4AE0-91A4-4F79A937B0A3}" srcOrd="0" destOrd="0" presId="urn:microsoft.com/office/officeart/2018/2/layout/IconLabelList"/>
    <dgm:cxn modelId="{8F1533D0-9254-406A-B451-6027B1A48AF4}" type="presParOf" srcId="{7A0ECC3C-371C-4570-8D45-5B1F4491564E}" destId="{44B91E76-D0BD-4B80-A919-138BC6C190CD}" srcOrd="1" destOrd="0" presId="urn:microsoft.com/office/officeart/2018/2/layout/IconLabelList"/>
    <dgm:cxn modelId="{E6E66D8A-7C01-48B7-A9CE-3A9FEADD2F5F}" type="presParOf" srcId="{7A0ECC3C-371C-4570-8D45-5B1F4491564E}" destId="{A8C089AE-A59C-44A8-B373-18DA7A6D7C27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1600497-044E-431B-833E-0579C3A9C398}">
      <dsp:nvSpPr>
        <dsp:cNvPr id="0" name=""/>
        <dsp:cNvSpPr/>
      </dsp:nvSpPr>
      <dsp:spPr>
        <a:xfrm>
          <a:off x="1290599" y="72537"/>
          <a:ext cx="1944000" cy="1944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97D6C6A-4F9B-48AB-B5CF-B62D635A6F4F}">
      <dsp:nvSpPr>
        <dsp:cNvPr id="0" name=""/>
        <dsp:cNvSpPr/>
      </dsp:nvSpPr>
      <dsp:spPr>
        <a:xfrm>
          <a:off x="102599" y="2486937"/>
          <a:ext cx="432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3000" kern="1200"/>
            <a:t>Entrenadores personales</a:t>
          </a:r>
          <a:endParaRPr lang="en-US" sz="3000" kern="1200"/>
        </a:p>
      </dsp:txBody>
      <dsp:txXfrm>
        <a:off x="102599" y="2486937"/>
        <a:ext cx="4320000" cy="720000"/>
      </dsp:txXfrm>
    </dsp:sp>
    <dsp:sp modelId="{EEA606A5-49C8-4AE0-91A4-4F79A937B0A3}">
      <dsp:nvSpPr>
        <dsp:cNvPr id="0" name=""/>
        <dsp:cNvSpPr/>
      </dsp:nvSpPr>
      <dsp:spPr>
        <a:xfrm>
          <a:off x="6366600" y="72537"/>
          <a:ext cx="1944000" cy="1944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8C089AE-A59C-44A8-B373-18DA7A6D7C27}">
      <dsp:nvSpPr>
        <dsp:cNvPr id="0" name=""/>
        <dsp:cNvSpPr/>
      </dsp:nvSpPr>
      <dsp:spPr>
        <a:xfrm>
          <a:off x="5178600" y="2486937"/>
          <a:ext cx="432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3000" kern="1200"/>
            <a:t>Base de datos local</a:t>
          </a:r>
          <a:endParaRPr lang="en-US" sz="3000" kern="1200"/>
        </a:p>
      </dsp:txBody>
      <dsp:txXfrm>
        <a:off x="5178600" y="2486937"/>
        <a:ext cx="432000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D0094E-15F9-4628-96A1-11E8D4FD3518}" type="datetimeFigureOut">
              <a:rPr lang="es-ES" smtClean="0"/>
              <a:t>25/05/2026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3BC0CA-691D-4B31-8B9B-D2F6D7A9EE02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010003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3BC0CA-691D-4B31-8B9B-D2F6D7A9EE02}" type="slidenum">
              <a:rPr lang="es-ES" smtClean="0"/>
              <a:t>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934712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12BED07-6713-92AA-40AF-AE58F4F83C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95400" y="4701464"/>
            <a:ext cx="8952782" cy="1204036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C9EF77-BF49-E4C1-0FC7-5633547779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DDF98-C922-483F-97E9-3E76B0201B42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BD5853-25AA-1C3D-EAD2-496674792D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7F0DAD-5850-CAAE-CD25-4D6DDDFF3A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8B3671-A306-4A69-8480-FA9BE839245D}" type="slidenum">
              <a:rPr lang="en-US" smtClean="0"/>
              <a:t>‹Nº›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4851B1-0B20-9549-0D70-886AA9D045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95400" y="952500"/>
            <a:ext cx="8952781" cy="3748824"/>
          </a:xfrm>
          <a:noFill/>
        </p:spPr>
        <p:txBody>
          <a:bodyPr anchor="b">
            <a:normAutofit/>
          </a:bodyPr>
          <a:lstStyle>
            <a:lvl1pPr algn="l">
              <a:defRPr sz="3200" spc="530" baseline="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6601413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B48F26-B5E3-8A90-51FC-8520D1D732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EA4D95-10F3-6212-8302-5610C43E32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281BE7-A53D-441E-0393-0E59412C91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DDF98-C922-483F-97E9-3E76B0201B42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EF10F0-B23F-BF4B-DB66-9BCF734DB9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65DDEC-13A7-D988-D082-03076F80F1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8B3671-A306-4A69-8480-FA9BE839245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59853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D80CFA-45ED-71B0-EE3E-CCE6D5C19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0" y="1618211"/>
            <a:ext cx="8412190" cy="3944389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37BECA-A01D-7D7A-F2A6-891EC9D229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95400" y="908858"/>
            <a:ext cx="8412192" cy="676102"/>
          </a:xfrm>
        </p:spPr>
        <p:txBody>
          <a:bodyPr anchor="b">
            <a:norm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716478-6FAF-D420-0B87-6EABB81E88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DDF98-C922-483F-97E9-3E76B0201B42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C4289B-CB0D-8AFC-7C02-F755C0DCC8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7971E4-8A9E-2A30-D7FE-B3505124BB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8B3671-A306-4A69-8480-FA9BE839245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86771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87F941-C3A7-545F-8046-C7A9AC803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BD4277-CFAE-EEF6-3346-61F06D5A394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95401" y="2260121"/>
            <a:ext cx="4350026" cy="365688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9543384-699D-84FC-C8B5-7BDE49BB44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46574" y="2260120"/>
            <a:ext cx="4350025" cy="365688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A49386-AFC8-03DA-4563-07B0A0119B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DDF98-C922-483F-97E9-3E76B0201B42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AED60A-7704-31D9-7D4D-65C635EDF8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6927DA-3B5E-13B8-0BA8-5DCFF001E0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8B3671-A306-4A69-8480-FA9BE839245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09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37B55A-280B-BDCB-F966-8578DDE741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0" y="966788"/>
            <a:ext cx="10059988" cy="1051784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76EA03-7008-14AB-547B-E66EA4EC96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95400" y="2018581"/>
            <a:ext cx="4350027" cy="544003"/>
          </a:xfrm>
        </p:spPr>
        <p:txBody>
          <a:bodyPr anchor="b"/>
          <a:lstStyle>
            <a:lvl1pPr marL="0" indent="0">
              <a:buNone/>
              <a:defRPr sz="2400" b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629F56-D2C8-71FE-FA59-002819D518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95400" y="2774756"/>
            <a:ext cx="4350027" cy="31507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12524D2-CA8D-75F3-D089-C2F0E20D475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46572" y="2018581"/>
            <a:ext cx="4350028" cy="544003"/>
          </a:xfrm>
        </p:spPr>
        <p:txBody>
          <a:bodyPr anchor="b"/>
          <a:lstStyle>
            <a:lvl1pPr marL="0" indent="0">
              <a:buNone/>
              <a:defRPr sz="2400" b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99B0E3-5AE5-0516-27BF-9F246137FE0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46572" y="2774756"/>
            <a:ext cx="4350028" cy="315079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B319A7-6048-4735-B2AC-6D6043F14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DDF98-C922-483F-97E9-3E76B0201B42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515F875-F23E-D0D2-9115-CD494FDA00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DB4F88F-F488-D9D5-CF99-AA1750AAFC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8B3671-A306-4A69-8480-FA9BE839245D}" type="slidenum">
              <a:rPr lang="en-US" smtClean="0"/>
              <a:t>‹Nº›</a:t>
            </a:fld>
            <a:endParaRPr lang="en-US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5094593-EFC2-EEEF-74CD-BD00F4132A94}"/>
              </a:ext>
            </a:extLst>
          </p:cNvPr>
          <p:cNvCxnSpPr>
            <a:cxnSpLocks/>
          </p:cNvCxnSpPr>
          <p:nvPr/>
        </p:nvCxnSpPr>
        <p:spPr>
          <a:xfrm>
            <a:off x="6657975" y="2625552"/>
            <a:ext cx="423862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F851F6D-436C-FA47-8CD1-2C10E735764A}"/>
              </a:ext>
            </a:extLst>
          </p:cNvPr>
          <p:cNvCxnSpPr>
            <a:cxnSpLocks/>
          </p:cNvCxnSpPr>
          <p:nvPr/>
        </p:nvCxnSpPr>
        <p:spPr>
          <a:xfrm>
            <a:off x="1403684" y="2625552"/>
            <a:ext cx="424174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323277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D91B86-9261-4E82-EF65-30F78154E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A3A5E84-E43B-20AE-E80D-47CB0B07BD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DDF98-C922-483F-97E9-3E76B0201B42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AFF5797-14F1-9FEB-247C-0E325AF74D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B5D7AF-1489-8F93-4828-0AE784B8BA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8B3671-A306-4A69-8480-FA9BE839245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32329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B6CAF1C-8901-AE05-E52C-D5B9594105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DDF98-C922-483F-97E9-3E76B0201B42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1CD4F90-2973-4FE2-6C2C-5C2AC5C5A8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50414B-A7EC-0C14-EFD2-29C5582CC1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8B3671-A306-4A69-8480-FA9BE839245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26586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E378C7-A764-C5E4-A6A4-DC5B1B3537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6484" y="1306484"/>
            <a:ext cx="3932237" cy="2122516"/>
          </a:xfrm>
        </p:spPr>
        <p:txBody>
          <a:bodyPr anchor="t"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DFE178-4B5D-413B-6583-AB81E8D041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312026"/>
            <a:ext cx="5143500" cy="4565651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DB92F6D-71AB-9630-9DBE-46041C50C7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306484" y="3428999"/>
            <a:ext cx="3932237" cy="2133601"/>
          </a:xfrm>
        </p:spPr>
        <p:txBody>
          <a:bodyPr anchor="b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FEAAD1-C919-6E2E-32D2-E199025FB8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DDF98-C922-483F-97E9-3E76B0201B42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88B5D8-E15B-BE38-2A89-BD0F02E1A0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7ECC26-B78C-4CBD-6883-97E80D3E51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8B3671-A306-4A69-8480-FA9BE839245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50409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A04EAA-30F7-390A-C77C-2E5BD8218B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6484" y="1307185"/>
            <a:ext cx="3932237" cy="2121813"/>
          </a:xfrm>
        </p:spPr>
        <p:txBody>
          <a:bodyPr anchor="t"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13A1C34-81AC-D534-67B1-42721228935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857702" y="1307186"/>
            <a:ext cx="5038898" cy="459831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E1012D-3524-26C6-64C1-8CE6E7A9A2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306484" y="3428999"/>
            <a:ext cx="3932237" cy="2133601"/>
          </a:xfrm>
        </p:spPr>
        <p:txBody>
          <a:bodyPr anchor="b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8FA6D7-1BE0-F14D-A2F7-4836180BC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DDF98-C922-483F-97E9-3E76B0201B42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56B5AC-3F20-FDC1-D579-7C4C6B4ED0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074ACA-1D54-81FA-70B1-31AB3011B3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8B3671-A306-4A69-8480-FA9BE839245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8795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2C3AB-851A-0D2F-B3AE-5B161CFFC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E89FD6B-3621-3904-7878-A2825C6925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808AE9-D8ED-ED5D-D7B0-A43811777E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DDF98-C922-483F-97E9-3E76B0201B42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9EF98B-AC81-D122-3D05-9C4E2FE423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9FB543-B138-6627-3714-12105D172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8B3671-A306-4A69-8480-FA9BE839245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1459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03DE16D-F1A0-DDB5-A98C-A9055C93D91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188334" y="952499"/>
            <a:ext cx="2051165" cy="49530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D8A548F-8DA7-C53C-1BFE-7C720CB20F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952500" y="952499"/>
            <a:ext cx="8235834" cy="4953001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2EA2C8-1C90-25D0-8B0A-30B73CFD3E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DDF98-C922-483F-97E9-3E76B0201B42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6FF1A4-0404-DA2D-1EA4-828091C04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457155-0F4A-F7B7-C4A8-755572E98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8B3671-A306-4A69-8480-FA9BE839245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85863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6792104-6F24-CD50-F55E-22A55084D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0" y="842963"/>
            <a:ext cx="9601200" cy="13096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1059CB-D00E-398D-E4D9-59792FC40A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95400" y="2262188"/>
            <a:ext cx="9601200" cy="3643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DFBC38-D897-7CBE-AC89-A95A2222D7C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47726" y="619918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5DBDDF98-C922-483F-97E9-3E76B0201B42}" type="datetimeFigureOut">
              <a:rPr lang="en-US" smtClean="0"/>
              <a:pPr/>
              <a:t>5/25/2026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728008-2A03-D518-4A75-30816EB0D1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286625" y="6199188"/>
            <a:ext cx="340995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691D49-2BD8-1C36-B43A-CF2F917776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28107" y="6199188"/>
            <a:ext cx="6191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1B8B3671-A306-4A69-8480-FA9BE839245D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67954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1" r:id="rId6"/>
    <p:sldLayoutId id="2147483727" r:id="rId7"/>
    <p:sldLayoutId id="2147483728" r:id="rId8"/>
    <p:sldLayoutId id="2147483729" r:id="rId9"/>
    <p:sldLayoutId id="2147483730" r:id="rId10"/>
    <p:sldLayoutId id="2147483732" r:id="rId11"/>
  </p:sldLayoutIdLst>
  <p:txStyles>
    <p:titleStyle>
      <a:lvl1pPr algn="l" defTabSz="914400" rtl="0" eaLnBrk="1" latinLnBrk="0" hangingPunct="1">
        <a:lnSpc>
          <a:spcPct val="120000"/>
        </a:lnSpc>
        <a:spcBef>
          <a:spcPct val="0"/>
        </a:spcBef>
        <a:buNone/>
        <a:defRPr sz="2800" kern="1200" cap="all" spc="5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75488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694944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152144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hyperlink" Target="https://hibernate.org/orm/documentation/" TargetMode="External"/><Relationship Id="rId3" Type="http://schemas.openxmlformats.org/officeDocument/2006/relationships/hyperlink" Target="https://kotlinlang.org/docs/home.html" TargetMode="External"/><Relationship Id="rId7" Type="http://schemas.openxmlformats.org/officeDocument/2006/relationships/hyperlink" Target="https://docs.oracle.com/en/java/" TargetMode="External"/><Relationship Id="rId2" Type="http://schemas.openxmlformats.org/officeDocument/2006/relationships/hyperlink" Target="https://developer.android.com/docs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ocs.spring.io/spring-boot/docs/current/reference/html/" TargetMode="External"/><Relationship Id="rId11" Type="http://schemas.openxmlformats.org/officeDocument/2006/relationships/hyperlink" Target="https://developer.android.com/training/data-storage/room" TargetMode="External"/><Relationship Id="rId5" Type="http://schemas.openxmlformats.org/officeDocument/2006/relationships/hyperlink" Target="https://square.github.io/retrofit/" TargetMode="External"/><Relationship Id="rId10" Type="http://schemas.openxmlformats.org/officeDocument/2006/relationships/hyperlink" Target="https://dev.mysql.com/doc/refman/en/" TargetMode="External"/><Relationship Id="rId4" Type="http://schemas.openxmlformats.org/officeDocument/2006/relationships/hyperlink" Target="https://m3.material.io/" TargetMode="External"/><Relationship Id="rId9" Type="http://schemas.openxmlformats.org/officeDocument/2006/relationships/hyperlink" Target="https://jwt.io/introduction" TargetMode="Externa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A7E26772-EAFC-10BB-4659-99BF2A8A15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4AEFA6A-E623-CF1A-3DDF-C38D3A7E2C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63335" y="952194"/>
            <a:ext cx="4140682" cy="4958443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FB4F054-9370-BF0F-6C83-5094181361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6968" y="1995887"/>
            <a:ext cx="3665507" cy="2037951"/>
          </a:xfrm>
        </p:spPr>
        <p:txBody>
          <a:bodyPr anchor="ctr">
            <a:normAutofit/>
          </a:bodyPr>
          <a:lstStyle/>
          <a:p>
            <a:r>
              <a:rPr lang="es-ES" err="1"/>
              <a:t>Gymprogess</a:t>
            </a:r>
            <a:endParaRPr lang="es-ES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F042A48-AA9C-4AFA-3341-CDD0305832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1701" y="4413956"/>
            <a:ext cx="3119010" cy="1013687"/>
          </a:xfrm>
        </p:spPr>
        <p:txBody>
          <a:bodyPr anchor="b">
            <a:normAutofit/>
          </a:bodyPr>
          <a:lstStyle/>
          <a:p>
            <a:r>
              <a:rPr lang="es-ES"/>
              <a:t>Millán Merino Martínez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BCEE55D7-DA66-594F-F327-24B0ACA58D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1" y="1320013"/>
            <a:ext cx="5143499" cy="42176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88333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4654246F-8623-7F3F-7EFA-15A14DAF0D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29B5A01-2C53-6EBD-4FB0-926664BA82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500" y="953965"/>
            <a:ext cx="4394103" cy="1778906"/>
          </a:xfrm>
        </p:spPr>
        <p:txBody>
          <a:bodyPr>
            <a:normAutofit/>
          </a:bodyPr>
          <a:lstStyle/>
          <a:p>
            <a:r>
              <a:rPr lang="es-ES"/>
              <a:t>gymprogress</a:t>
            </a:r>
            <a:endParaRPr lang="es-ES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F9B397C-D2DF-C154-1FD3-13C5D4F369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2500" y="2890882"/>
            <a:ext cx="4394103" cy="3009381"/>
          </a:xfrm>
        </p:spPr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es-ES" sz="1400" b="1" err="1"/>
              <a:t>GymProgress</a:t>
            </a:r>
            <a:r>
              <a:rPr lang="es-ES" sz="1400"/>
              <a:t> es una aplicación móvil integral diseñada para la gestión y el seguimiento del entrenamiento físico. Sus pilares fundamentales son:</a:t>
            </a:r>
          </a:p>
          <a:p>
            <a:pPr>
              <a:lnSpc>
                <a:spcPct val="110000"/>
              </a:lnSpc>
            </a:pPr>
            <a:r>
              <a:rPr lang="es-ES" sz="1400" b="1"/>
              <a:t>Gestión de Rutinas:</a:t>
            </a:r>
            <a:r>
              <a:rPr lang="es-ES" sz="1400"/>
              <a:t> Creación, organización y seguimiento de entrenamientos personalizados.</a:t>
            </a:r>
          </a:p>
          <a:p>
            <a:pPr>
              <a:lnSpc>
                <a:spcPct val="110000"/>
              </a:lnSpc>
            </a:pPr>
            <a:r>
              <a:rPr lang="es-ES" sz="1400" b="1"/>
              <a:t>Catálogo de Ejercicios:</a:t>
            </a:r>
            <a:r>
              <a:rPr lang="es-ES" sz="1400"/>
              <a:t> Base de datos estructurada para planificar y guiar las sesiones.</a:t>
            </a:r>
          </a:p>
          <a:p>
            <a:pPr>
              <a:lnSpc>
                <a:spcPct val="110000"/>
              </a:lnSpc>
            </a:pPr>
            <a:r>
              <a:rPr lang="es-ES" sz="1400" b="1"/>
              <a:t>Seguimiento de Evolución:</a:t>
            </a:r>
            <a:r>
              <a:rPr lang="es-ES" sz="1400"/>
              <a:t> Registro y análisis del progreso a través del control detallado de las métricas corporales del usuario.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AC4BDE1-4D40-5601-7947-DB5EFE31DA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075400" y="953965"/>
            <a:ext cx="4164100" cy="495153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D139A5D4-47A2-797F-99FD-DCFD9E76FC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0357" y="1699144"/>
            <a:ext cx="4119473" cy="3459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68486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72" name="Rectangle 2064">
            <a:extLst>
              <a:ext uri="{FF2B5EF4-FFF2-40B4-BE49-F238E27FC236}">
                <a16:creationId xmlns:a16="http://schemas.microsoft.com/office/drawing/2014/main" id="{8D8F4612-40F1-5EFC-5793-DAB54E2C0C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D334C49-57B3-DEA1-7233-EF9E56A6CB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501" y="939887"/>
            <a:ext cx="4308034" cy="1796758"/>
          </a:xfrm>
          <a:noFill/>
        </p:spPr>
        <p:txBody>
          <a:bodyPr>
            <a:normAutofit/>
          </a:bodyPr>
          <a:lstStyle/>
          <a:p>
            <a:r>
              <a:rPr lang="es-ES" dirty="0"/>
              <a:t>Herramientas software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6BEAB20-C193-DB42-61D0-F13FE5E0B4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2501" y="2886892"/>
            <a:ext cx="4308033" cy="3018609"/>
          </a:xfrm>
        </p:spPr>
        <p:txBody>
          <a:bodyPr>
            <a:normAutofit/>
          </a:bodyPr>
          <a:lstStyle/>
          <a:p>
            <a:r>
              <a:rPr lang="es-ES" dirty="0"/>
              <a:t>IntelliJ IDEA</a:t>
            </a:r>
          </a:p>
          <a:p>
            <a:r>
              <a:rPr lang="es-ES" dirty="0" err="1"/>
              <a:t>Hibernate</a:t>
            </a:r>
            <a:r>
              <a:rPr lang="es-ES" dirty="0"/>
              <a:t> </a:t>
            </a:r>
          </a:p>
          <a:p>
            <a:r>
              <a:rPr lang="es-ES" dirty="0" err="1"/>
              <a:t>Springboot</a:t>
            </a:r>
            <a:endParaRPr lang="es-ES" dirty="0"/>
          </a:p>
          <a:p>
            <a:r>
              <a:rPr lang="es-ES" dirty="0"/>
              <a:t>Android </a:t>
            </a:r>
            <a:r>
              <a:rPr lang="es-ES" dirty="0" err="1"/>
              <a:t>studio</a:t>
            </a:r>
            <a:endParaRPr lang="es-ES" dirty="0"/>
          </a:p>
          <a:p>
            <a:r>
              <a:rPr lang="es-ES" dirty="0" err="1"/>
              <a:t>Retrofit</a:t>
            </a:r>
            <a:endParaRPr lang="es-ES" dirty="0"/>
          </a:p>
        </p:txBody>
      </p:sp>
      <p:sp>
        <p:nvSpPr>
          <p:cNvPr id="2073" name="Rectangle 2066">
            <a:extLst>
              <a:ext uri="{FF2B5EF4-FFF2-40B4-BE49-F238E27FC236}">
                <a16:creationId xmlns:a16="http://schemas.microsoft.com/office/drawing/2014/main" id="{21856D11-0CC2-F7F5-8072-79F97F5981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931467" y="952500"/>
            <a:ext cx="4300527" cy="495300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6" descr="Intellij IDEA Logo">
            <a:extLst>
              <a:ext uri="{FF2B5EF4-FFF2-40B4-BE49-F238E27FC236}">
                <a16:creationId xmlns:a16="http://schemas.microsoft.com/office/drawing/2014/main" id="{3504E741-8300-922A-BA01-77389086F2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651915" y="1737710"/>
            <a:ext cx="1571915" cy="15719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 descr="Android Studio Logo">
            <a:extLst>
              <a:ext uri="{FF2B5EF4-FFF2-40B4-BE49-F238E27FC236}">
                <a16:creationId xmlns:a16="http://schemas.microsoft.com/office/drawing/2014/main" id="{4AA0839E-8DBC-7EF8-07DB-3E72FB76F7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476521" y="1737710"/>
            <a:ext cx="1571915" cy="15719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8" descr="Logo de Spring Boot">
            <a:extLst>
              <a:ext uri="{FF2B5EF4-FFF2-40B4-BE49-F238E27FC236}">
                <a16:creationId xmlns:a16="http://schemas.microsoft.com/office/drawing/2014/main" id="{9ED1C482-C4AC-4AC0-ABC3-4992AA978D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650573" y="3544906"/>
            <a:ext cx="1571915" cy="15719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Hibernate logo Icon">
            <a:extLst>
              <a:ext uri="{FF2B5EF4-FFF2-40B4-BE49-F238E27FC236}">
                <a16:creationId xmlns:a16="http://schemas.microsoft.com/office/drawing/2014/main" id="{7DAC0D97-573B-83DE-ADA5-6D46783B83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475200" y="3544907"/>
            <a:ext cx="2026639" cy="10133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412210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4654246F-8623-7F3F-7EFA-15A14DAF0D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FB34E4A-0C74-2946-6C2B-5343D5ED6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500" y="957739"/>
            <a:ext cx="4394103" cy="1778906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s-ES" sz="2400"/>
              <a:t>Herramientas hardware.</a:t>
            </a:r>
            <a:br>
              <a:rPr lang="es-ES" sz="2400"/>
            </a:br>
            <a:br>
              <a:rPr lang="es-ES" sz="2400"/>
            </a:br>
            <a:endParaRPr lang="es-ES" sz="240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8C0E04D-582D-5C9E-7748-57B6C1BE95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2500" y="2890882"/>
            <a:ext cx="4394103" cy="3009381"/>
          </a:xfrm>
        </p:spPr>
        <p:txBody>
          <a:bodyPr>
            <a:normAutofit/>
          </a:bodyPr>
          <a:lstStyle/>
          <a:p>
            <a:pPr marL="342900" lvl="0" indent="-342900">
              <a:buFont typeface="Symbol" panose="05050102010706020507" pitchFamily="18" charset="2"/>
              <a:buChar char=""/>
            </a:pPr>
            <a:r>
              <a:rPr lang="es-ES" kern="100" dirty="0">
                <a:effectLst/>
                <a:latin typeface="Arial" panose="020B06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Ryzen 7 7700X</a:t>
            </a:r>
            <a:endParaRPr lang="es-ES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buFont typeface="Symbol" panose="05050102010706020507" pitchFamily="18" charset="2"/>
              <a:buChar char=""/>
            </a:pPr>
            <a:r>
              <a:rPr lang="es-ES" kern="100" dirty="0" err="1">
                <a:effectLst/>
                <a:latin typeface="Arial" panose="020B06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Nvidia</a:t>
            </a:r>
            <a:r>
              <a:rPr lang="es-ES" kern="100" dirty="0">
                <a:effectLst/>
                <a:latin typeface="Arial" panose="020B06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4070</a:t>
            </a:r>
            <a:endParaRPr lang="es-ES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spcAft>
                <a:spcPts val="800"/>
              </a:spcAft>
              <a:buFont typeface="Symbol" panose="05050102010706020507" pitchFamily="18" charset="2"/>
              <a:buChar char=""/>
            </a:pPr>
            <a:r>
              <a:rPr lang="es-ES" kern="100" dirty="0">
                <a:effectLst/>
                <a:latin typeface="Arial" panose="020B06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32 GB RAM</a:t>
            </a:r>
          </a:p>
          <a:p>
            <a:pPr marL="342900" lvl="0" indent="-342900">
              <a:spcAft>
                <a:spcPts val="800"/>
              </a:spcAft>
              <a:buFont typeface="Symbol" panose="05050102010706020507" pitchFamily="18" charset="2"/>
              <a:buChar char=""/>
            </a:pPr>
            <a:r>
              <a:rPr lang="es-ES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SSD M.2 2TB</a:t>
            </a:r>
          </a:p>
          <a:p>
            <a:endParaRPr lang="es-ES" dirty="0"/>
          </a:p>
        </p:txBody>
      </p:sp>
      <p:sp>
        <p:nvSpPr>
          <p:cNvPr id="1033" name="Rectangle 1032">
            <a:extLst>
              <a:ext uri="{FF2B5EF4-FFF2-40B4-BE49-F238E27FC236}">
                <a16:creationId xmlns:a16="http://schemas.microsoft.com/office/drawing/2014/main" id="{FAC4BDE1-4D40-5601-7947-DB5EFE31DA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075400" y="953965"/>
            <a:ext cx="4164100" cy="495153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Requisitos del sistema y del hardware">
            <a:extLst>
              <a:ext uri="{FF2B5EF4-FFF2-40B4-BE49-F238E27FC236}">
                <a16:creationId xmlns:a16="http://schemas.microsoft.com/office/drawing/2014/main" id="{B5AFD3F1-5DE2-BC45-A660-20B5C8CDD4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115593" y="1799912"/>
            <a:ext cx="4344237" cy="3258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849712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3" name="Rectangle 32">
            <a:extLst>
              <a:ext uri="{FF2B5EF4-FFF2-40B4-BE49-F238E27FC236}">
                <a16:creationId xmlns:a16="http://schemas.microsoft.com/office/drawing/2014/main" id="{A7E26772-EAFC-10BB-4659-99BF2A8A15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E4AEFA6A-E623-CF1A-3DDF-C38D3A7E2C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63335" y="952194"/>
            <a:ext cx="4140682" cy="4958443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F9C7C71-2DFF-9BC1-34BF-75C3B2D119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6968" y="1995887"/>
            <a:ext cx="3665507" cy="203795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2700" spc="530"/>
              <a:t>Arquitectura</a:t>
            </a:r>
            <a:br>
              <a:rPr lang="en-US" sz="2700" spc="530"/>
            </a:br>
            <a:endParaRPr lang="en-US" sz="2700" spc="530"/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B51D3333-2FC1-B858-F4CB-428C398238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563" b="-3"/>
          <a:stretch>
            <a:fillRect/>
          </a:stretch>
        </p:blipFill>
        <p:spPr>
          <a:xfrm>
            <a:off x="5293215" y="1143000"/>
            <a:ext cx="6749072" cy="4571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61240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A7E26772-EAFC-10BB-4659-99BF2A8A15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4AEFA6A-E623-CF1A-3DDF-C38D3A7E2C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63335" y="952194"/>
            <a:ext cx="4140682" cy="4958443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3493156-FFCF-F143-79ED-144208914E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6968" y="1995887"/>
            <a:ext cx="3665507" cy="203795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200" spc="530" dirty="0"/>
              <a:t>Base de </a:t>
            </a:r>
            <a:r>
              <a:rPr lang="en-US" sz="3200" spc="530"/>
              <a:t>datos</a:t>
            </a:r>
            <a:endParaRPr lang="en-US" sz="3200" spc="530" dirty="0"/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43FE160E-F90E-28FE-116E-48DA1341B97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096001" y="1184996"/>
            <a:ext cx="5143499" cy="44877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42137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17">
            <a:extLst>
              <a:ext uri="{FF2B5EF4-FFF2-40B4-BE49-F238E27FC236}">
                <a16:creationId xmlns:a16="http://schemas.microsoft.com/office/drawing/2014/main" id="{84C6C4E2-F013-6337-0206-AD567BC6A5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19">
            <a:extLst>
              <a:ext uri="{FF2B5EF4-FFF2-40B4-BE49-F238E27FC236}">
                <a16:creationId xmlns:a16="http://schemas.microsoft.com/office/drawing/2014/main" id="{D150D424-378A-5EAF-BEF3-AB85F9E35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95400" y="952500"/>
            <a:ext cx="9601200" cy="49530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C769301-7451-922F-133E-A7A1C1140F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5849" y="1295400"/>
            <a:ext cx="5621717" cy="1591491"/>
          </a:xfrm>
        </p:spPr>
        <p:txBody>
          <a:bodyPr>
            <a:normAutofit/>
          </a:bodyPr>
          <a:lstStyle/>
          <a:p>
            <a:r>
              <a:rPr lang="es-ES" dirty="0"/>
              <a:t>Funcionalidades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E11E2D3-A376-0B0F-A94C-91F10BAAB8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43112" y="3257551"/>
            <a:ext cx="4664453" cy="2096769"/>
          </a:xfrm>
        </p:spPr>
        <p:txBody>
          <a:bodyPr>
            <a:normAutofit/>
          </a:bodyPr>
          <a:lstStyle/>
          <a:p>
            <a:r>
              <a:rPr lang="es-ES" dirty="0"/>
              <a:t>Realizar Entrenamiento Libre</a:t>
            </a:r>
          </a:p>
          <a:p>
            <a:r>
              <a:rPr lang="es-ES" dirty="0"/>
              <a:t>Realizar Entrenamiento Basado en una Rutina</a:t>
            </a:r>
          </a:p>
          <a:p>
            <a:r>
              <a:rPr lang="es-ES" dirty="0"/>
              <a:t>Añadir seguimiento</a:t>
            </a:r>
          </a:p>
          <a:p>
            <a:r>
              <a:rPr lang="es-ES" dirty="0"/>
              <a:t>Añadir Objetivos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F737363B-2500-E38A-4250-035C00883C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43410" y="1715821"/>
            <a:ext cx="1907439" cy="34523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01574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436866BF-907B-F3CF-1C75-682CE4654A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36A0EBA-CF02-9F8F-3400-6D3324AA86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95400" y="952500"/>
            <a:ext cx="9601200" cy="12242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D85FA30-8A1A-DD1B-AEA8-1548B6D56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5186" y="1219200"/>
            <a:ext cx="9446293" cy="678613"/>
          </a:xfrm>
        </p:spPr>
        <p:txBody>
          <a:bodyPr anchor="ctr">
            <a:normAutofit/>
          </a:bodyPr>
          <a:lstStyle/>
          <a:p>
            <a:r>
              <a:rPr lang="es-ES" dirty="0"/>
              <a:t>Desarrollos posteriores</a:t>
            </a:r>
          </a:p>
        </p:txBody>
      </p:sp>
      <p:graphicFrame>
        <p:nvGraphicFramePr>
          <p:cNvPr id="6" name="Marcador de contenido 3">
            <a:extLst>
              <a:ext uri="{FF2B5EF4-FFF2-40B4-BE49-F238E27FC236}">
                <a16:creationId xmlns:a16="http://schemas.microsoft.com/office/drawing/2014/main" id="{A09D99CC-EC0D-19CA-03C8-8AE5525B5D5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700205"/>
              </p:ext>
            </p:extLst>
          </p:nvPr>
        </p:nvGraphicFramePr>
        <p:xfrm>
          <a:off x="1295400" y="2687682"/>
          <a:ext cx="9601200" cy="32794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9898252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3E4AFA1-CF3F-994F-C499-0F0429E53D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Bibliografía</a:t>
            </a:r>
            <a:br>
              <a:rPr lang="es-ES" dirty="0"/>
            </a:br>
            <a:r>
              <a:rPr lang="es-ES" dirty="0"/>
              <a:t> 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F98CDB0-590F-A7C8-9C4D-4630D031B3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399" y="2262188"/>
            <a:ext cx="4208929" cy="2443163"/>
          </a:xfrm>
        </p:spPr>
        <p:txBody>
          <a:bodyPr/>
          <a:lstStyle/>
          <a:p>
            <a:pPr marL="0" indent="0">
              <a:buNone/>
            </a:pPr>
            <a:r>
              <a:rPr lang="es-ES" dirty="0"/>
              <a:t>Desarrollo Movil</a:t>
            </a:r>
          </a:p>
          <a:p>
            <a:r>
              <a:rPr lang="es-ES" dirty="0">
                <a:hlinkClick r:id="rId2"/>
              </a:rPr>
              <a:t>https://developer.android.com/docs</a:t>
            </a:r>
            <a:endParaRPr lang="es-ES" dirty="0"/>
          </a:p>
          <a:p>
            <a:r>
              <a:rPr lang="es-ES" dirty="0">
                <a:hlinkClick r:id="rId3"/>
              </a:rPr>
              <a:t>https://kotlinlang.org/docs/home.html</a:t>
            </a:r>
            <a:endParaRPr lang="es-ES" dirty="0"/>
          </a:p>
          <a:p>
            <a:r>
              <a:rPr lang="es-ES" dirty="0">
                <a:hlinkClick r:id="rId4"/>
              </a:rPr>
              <a:t>https://m3.material.io/</a:t>
            </a:r>
            <a:endParaRPr lang="es-ES" dirty="0"/>
          </a:p>
          <a:p>
            <a:r>
              <a:rPr lang="es-ES" dirty="0">
                <a:hlinkClick r:id="rId5"/>
              </a:rPr>
              <a:t>https://square.github.io/retrofit/</a:t>
            </a:r>
            <a:endParaRPr lang="es-ES" dirty="0"/>
          </a:p>
          <a:p>
            <a:endParaRPr lang="es-ES" dirty="0"/>
          </a:p>
          <a:p>
            <a:endParaRPr lang="es-ES" dirty="0"/>
          </a:p>
          <a:p>
            <a:endParaRPr lang="es-ES" dirty="0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94A2F8AB-8324-6FEA-144B-914C4BA59646}"/>
              </a:ext>
            </a:extLst>
          </p:cNvPr>
          <p:cNvSpPr txBox="1"/>
          <p:nvPr/>
        </p:nvSpPr>
        <p:spPr>
          <a:xfrm>
            <a:off x="6400441" y="2263309"/>
            <a:ext cx="480974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Desarrollo Servidor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hlinkClick r:id="rId6"/>
              </a:rPr>
              <a:t>https://docs.spring.io/spring-boot/docs/current/reference/html/</a:t>
            </a:r>
            <a:endParaRPr lang="es-E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hlinkClick r:id="rId7"/>
              </a:rPr>
              <a:t>https://docs.oracle.com/en/java/</a:t>
            </a:r>
            <a:endParaRPr lang="es-E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hlinkClick r:id="rId8"/>
              </a:rPr>
              <a:t>https://hibernate.org/orm/documentation/</a:t>
            </a:r>
            <a:endParaRPr lang="es-E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hlinkClick r:id="rId9"/>
              </a:rPr>
              <a:t>https://jwt.io/introduction</a:t>
            </a:r>
            <a:endParaRPr lang="es-ES" dirty="0"/>
          </a:p>
          <a:p>
            <a:endParaRPr lang="es-ES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5B5C32EF-4C77-4C3E-8398-2CCFE6B82433}"/>
              </a:ext>
            </a:extLst>
          </p:cNvPr>
          <p:cNvSpPr txBox="1"/>
          <p:nvPr/>
        </p:nvSpPr>
        <p:spPr>
          <a:xfrm>
            <a:off x="5504328" y="4634754"/>
            <a:ext cx="377414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Base de Datos y Almacenamiento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hlinkClick r:id="rId10"/>
              </a:rPr>
              <a:t>https://dev.mysql.com/doc/refman/en/</a:t>
            </a:r>
            <a:endParaRPr lang="es-E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hlinkClick r:id="rId11"/>
              </a:rPr>
              <a:t>https://developer.android.com/training/data-storage/room</a:t>
            </a:r>
            <a:endParaRPr lang="es-ES" dirty="0"/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0008416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2" name="Rectangle 28">
            <a:extLst>
              <a:ext uri="{FF2B5EF4-FFF2-40B4-BE49-F238E27FC236}">
                <a16:creationId xmlns:a16="http://schemas.microsoft.com/office/drawing/2014/main" id="{4654246F-8623-7F3F-7EFA-15A14DAF0D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D6B5D66-B14B-F683-439B-5E2DB699B3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500" y="952500"/>
            <a:ext cx="4344237" cy="1796757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pc="530"/>
              <a:t>FIN</a:t>
            </a:r>
          </a:p>
        </p:txBody>
      </p:sp>
      <p:sp>
        <p:nvSpPr>
          <p:cNvPr id="26" name="Content Placeholder 25">
            <a:extLst>
              <a:ext uri="{FF2B5EF4-FFF2-40B4-BE49-F238E27FC236}">
                <a16:creationId xmlns:a16="http://schemas.microsoft.com/office/drawing/2014/main" id="{7ACB88AF-1561-5F80-2931-C64A4E116F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2500" y="2886892"/>
            <a:ext cx="4210593" cy="3018608"/>
          </a:xfrm>
        </p:spPr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AC4BDE1-4D40-5601-7947-DB5EFE31DA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957918" y="953965"/>
            <a:ext cx="4281582" cy="495153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Marcador de contenido 6">
            <a:extLst>
              <a:ext uri="{FF2B5EF4-FFF2-40B4-BE49-F238E27FC236}">
                <a16:creationId xmlns:a16="http://schemas.microsoft.com/office/drawing/2014/main" id="{E6118A98-C617-33EC-6A07-387381C524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58"/>
          <a:stretch>
            <a:fillRect/>
          </a:stretch>
        </p:blipFill>
        <p:spPr>
          <a:xfrm>
            <a:off x="6204745" y="1699144"/>
            <a:ext cx="4281582" cy="3459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3464805"/>
      </p:ext>
    </p:extLst>
  </p:cSld>
  <p:clrMapOvr>
    <a:masterClrMapping/>
  </p:clrMapOvr>
</p:sld>
</file>

<file path=ppt/theme/theme1.xml><?xml version="1.0" encoding="utf-8"?>
<a:theme xmlns:a="http://schemas.openxmlformats.org/drawingml/2006/main" name="PoiseVTI">
  <a:themeElements>
    <a:clrScheme name="AnalogousFromDarkSeedLeftStep">
      <a:dk1>
        <a:srgbClr val="000000"/>
      </a:dk1>
      <a:lt1>
        <a:srgbClr val="FFFFFF"/>
      </a:lt1>
      <a:dk2>
        <a:srgbClr val="1B2830"/>
      </a:dk2>
      <a:lt2>
        <a:srgbClr val="F1F3F0"/>
      </a:lt2>
      <a:accent1>
        <a:srgbClr val="A629E7"/>
      </a:accent1>
      <a:accent2>
        <a:srgbClr val="592FD9"/>
      </a:accent2>
      <a:accent3>
        <a:srgbClr val="294AE7"/>
      </a:accent3>
      <a:accent4>
        <a:srgbClr val="1787D5"/>
      </a:accent4>
      <a:accent5>
        <a:srgbClr val="22BFBE"/>
      </a:accent5>
      <a:accent6>
        <a:srgbClr val="16C67B"/>
      </a:accent6>
      <a:hlink>
        <a:srgbClr val="3897A9"/>
      </a:hlink>
      <a:folHlink>
        <a:srgbClr val="7F7F7F"/>
      </a:folHlink>
    </a:clrScheme>
    <a:fontScheme name="Goudy Univers">
      <a:majorFont>
        <a:latin typeface="Goudy Old Style"/>
        <a:ea typeface=""/>
        <a:cs typeface=""/>
      </a:majorFont>
      <a:minorFont>
        <a:latin typeface="Univer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oiseVTI" id="{9843863B-6720-4231-BFE7-E604B355382A}" vid="{6C5B2780-C73E-445D-98DA-9D2BCD78971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d468e08d-9c10-42ed-8ec9-30bcedd173ec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C45191AFD27EC94E864B42ACD45005DE" ma:contentTypeVersion="17" ma:contentTypeDescription="Crear nuevo documento." ma:contentTypeScope="" ma:versionID="d357b142e8bd1043c24499238164f58a">
  <xsd:schema xmlns:xsd="http://www.w3.org/2001/XMLSchema" xmlns:xs="http://www.w3.org/2001/XMLSchema" xmlns:p="http://schemas.microsoft.com/office/2006/metadata/properties" xmlns:ns3="d468e08d-9c10-42ed-8ec9-30bcedd173ec" xmlns:ns4="c1cc3250-6f6e-413d-96be-26d04b2d674b" targetNamespace="http://schemas.microsoft.com/office/2006/metadata/properties" ma:root="true" ma:fieldsID="253d5879b3bc868af67a505322d65424" ns3:_="" ns4:_="">
    <xsd:import namespace="d468e08d-9c10-42ed-8ec9-30bcedd173ec"/>
    <xsd:import namespace="c1cc3250-6f6e-413d-96be-26d04b2d674b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AutoKeyPoints" minOccurs="0"/>
                <xsd:element ref="ns3:MediaServiceKeyPoints" minOccurs="0"/>
                <xsd:element ref="ns4:SharedWithUsers" minOccurs="0"/>
                <xsd:element ref="ns4:SharedWithDetails" minOccurs="0"/>
                <xsd:element ref="ns4:SharingHintHash" minOccurs="0"/>
                <xsd:element ref="ns3:_activity" minOccurs="0"/>
                <xsd:element ref="ns3:MediaServiceDateTaken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468e08d-9c10-42ed-8ec9-30bcedd173e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4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5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_activity" ma:index="19" nillable="true" ma:displayName="_activity" ma:hidden="true" ma:internalName="_activity">
      <xsd:simpleType>
        <xsd:restriction base="dms:Note"/>
      </xsd:simpleType>
    </xsd:element>
    <xsd:element name="MediaServiceDateTaken" ma:index="20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2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LengthInSeconds" ma:index="24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1cc3250-6f6e-413d-96be-26d04b2d674b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8" nillable="true" ma:displayName="Hash de la sugerencia para compartir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EEBAED1-4F83-4C83-9AB6-D347309526C4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0234281-4B2B-4243-BC3B-04E84E926534}">
  <ds:schemaRefs>
    <ds:schemaRef ds:uri="http://purl.org/dc/dcmitype/"/>
    <ds:schemaRef ds:uri="http://purl.org/dc/elements/1.1/"/>
    <ds:schemaRef ds:uri="http://www.w3.org/XML/1998/namespace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openxmlformats.org/package/2006/metadata/core-properties"/>
    <ds:schemaRef ds:uri="http://schemas.microsoft.com/office/infopath/2007/PartnerControls"/>
    <ds:schemaRef ds:uri="c1cc3250-6f6e-413d-96be-26d04b2d674b"/>
    <ds:schemaRef ds:uri="d468e08d-9c10-42ed-8ec9-30bcedd173ec"/>
  </ds:schemaRefs>
</ds:datastoreItem>
</file>

<file path=customXml/itemProps3.xml><?xml version="1.0" encoding="utf-8"?>
<ds:datastoreItem xmlns:ds="http://schemas.openxmlformats.org/officeDocument/2006/customXml" ds:itemID="{369D6E09-408B-4198-ABDC-DE3CEE1578B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468e08d-9c10-42ed-8ec9-30bcedd173ec"/>
    <ds:schemaRef ds:uri="c1cc3250-6f6e-413d-96be-26d04b2d674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282</TotalTime>
  <Words>256</Words>
  <Application>Microsoft Office PowerPoint</Application>
  <PresentationFormat>Panorámica</PresentationFormat>
  <Paragraphs>45</Paragraphs>
  <Slides>10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7" baseType="lpstr">
      <vt:lpstr>Aptos</vt:lpstr>
      <vt:lpstr>Arial</vt:lpstr>
      <vt:lpstr>Goudy Old Style</vt:lpstr>
      <vt:lpstr>Symbol</vt:lpstr>
      <vt:lpstr>Times New Roman</vt:lpstr>
      <vt:lpstr>Univers Light</vt:lpstr>
      <vt:lpstr>PoiseVTI</vt:lpstr>
      <vt:lpstr>Gymprogess</vt:lpstr>
      <vt:lpstr>gymprogress</vt:lpstr>
      <vt:lpstr>Herramientas software</vt:lpstr>
      <vt:lpstr>Herramientas hardware.  </vt:lpstr>
      <vt:lpstr>Arquitectura </vt:lpstr>
      <vt:lpstr>Base de datos</vt:lpstr>
      <vt:lpstr>Funcionalidades</vt:lpstr>
      <vt:lpstr>Desarrollos posteriores</vt:lpstr>
      <vt:lpstr>Bibliografía  </vt:lpstr>
      <vt:lpstr>FIN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Mueso ariski</dc:title>
  <dc:creator>MILLÁN MERINO MARTÍNEZ</dc:creator>
  <cp:lastModifiedBy>informatica</cp:lastModifiedBy>
  <cp:revision>4</cp:revision>
  <dcterms:created xsi:type="dcterms:W3CDTF">2024-05-20T07:39:59Z</dcterms:created>
  <dcterms:modified xsi:type="dcterms:W3CDTF">2026-05-25T06:57:55Z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0x010100C45191AFD27EC94E864B42ACD45005DE</vt:lpwstr>
  </property>
</Properties>
</file>